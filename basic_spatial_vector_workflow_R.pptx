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20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777240"/>
            <a:ext cx="109728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Read point data from Excel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" y="2514600"/>
            <a:ext cx="1028700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2642616"/>
            <a:ext cx="9957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 &lt;- read_excel("./Data/points.xlsx")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longitude/latitude columns into spatial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024128"/>
            <a:ext cx="106984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turn the longitude/latitude columns into spatial data: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287000" cy="2057400"/>
          </a:xfrm>
          <a:prstGeom prst="rect">
            <a:avLst/>
          </a:prstGeom>
          <a:solidFill>
            <a:srgbClr val="F4F4F4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1956816"/>
            <a:ext cx="995781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 &lt;- st_as_sf(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points,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coords = c("longitude", "latitude"),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crs = 4326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Read polygon data directly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1028700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8992" y="1591056"/>
            <a:ext cx="9957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polygons &lt;- st_read("./Data/polygons.gpkg")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Check their coordinate systems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417320"/>
            <a:ext cx="1028700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8992" y="1545336"/>
            <a:ext cx="99578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st_crs(points)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st_crs(polygons)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Put them in the same projection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I’d actually have them transform the points to whatever the polygons use: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1028700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1911096"/>
            <a:ext cx="9957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 &lt;- st_transform(points, st_crs(polygons))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156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nice pedagogically because they don’t need to learn an EPSG number yet. The instruction is simply: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“Change the points so that they use the same coordinate system as the polygons.”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Quick-look at each dataset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417320"/>
            <a:ext cx="1028700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8992" y="1545336"/>
            <a:ext cx="99578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qtm(points)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qtm(polygons)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Notice something is wrong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024128"/>
            <a:ext cx="106984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point is sitting absurdly offshore. They look at the data and identify it: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10287000" cy="914400"/>
          </a:xfrm>
          <a:prstGeom prst="rect">
            <a:avLst/>
          </a:prstGeom>
          <a:solidFill>
            <a:srgbClr val="F4F4F4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2002536"/>
            <a:ext cx="9957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it using something they already understand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106984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remove it using something they already understand: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1028700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1865376"/>
            <a:ext cx="9957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 &lt;- points |&gt;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filter(site != "Bad Site")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4241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really like this bit, because `filter()` isn’t being taught as abstract tidyverse syntax. There’s an obvious reason to use it: that point is wrong; get rid of 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Make one proper two-layer map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10287000" cy="3383280"/>
          </a:xfrm>
          <a:prstGeom prst="rect">
            <a:avLst/>
          </a:prstGeom>
          <a:solidFill>
            <a:srgbClr val="F4F4F4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8992" y="1362456"/>
            <a:ext cx="995781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tmap_mode("view")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tm_shape(polygons) +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tm_polygons() +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tm_shape(points) +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tm_dots()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Change the basemap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one final little piece of experimentation: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10287000" cy="914400"/>
          </a:xfrm>
          <a:prstGeom prst="rect">
            <a:avLst/>
          </a:prstGeom>
          <a:solidFill>
            <a:srgbClr val="F4F4F4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1911096"/>
            <a:ext cx="9957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tm_basemap("OpenStreetMap")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finished map becomes roughly: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finished map becomes roughly: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78992"/>
            <a:ext cx="5486400" cy="2286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0392" y="1207008"/>
            <a:ext cx="515721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tm_basemap("OpenStreetMap") +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tm_shape(polygons) +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tm_polygons() +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tm_shape(points) +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tm_dots()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46520" y="1078992"/>
            <a:ext cx="507492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enough.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Conceptually, they’ve learned quite a lot despite using very few commands: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→ spatial points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file → spatial polygons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data have coordinate systems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need compatible coordinate systems to be mapped/analysed together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clean spatial data using ordinary dataframe tools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qtm() = quick look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tm_shape() + layers = build a real map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731520" y="5074920"/>
            <a:ext cx="10789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think your ocean-point idea does double duty nicely. It teaches data QC by looking at a map and quietly reinforces the fact that each point on the map corresponds to a row in their dataframe.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homework, I would then give them different point + polygon datasets but essentially the same workflow, with less scaffolding. I wouldn’t add a spatial join, buffer, intersection, `select()`, etc. yet. Those can be the next lab once this basic cycle feels ordinary.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4286</TotalTime>
  <Words>560</Words>
  <Application>Microsoft Macintosh PowerPoint</Application>
  <PresentationFormat>Widescreen</PresentationFormat>
  <Paragraphs>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Spatial Vector Workflow in R</dc:title>
  <dc:subject>Basic spatial vector workflow in R</dc:subject>
  <dc:creator>OpenAI</dc:creator>
  <cp:lastModifiedBy>Greatrex, Helen</cp:lastModifiedBy>
  <cp:revision>2</cp:revision>
  <dcterms:created xsi:type="dcterms:W3CDTF">2026-09-11T20:38:09Z</dcterms:created>
  <dcterms:modified xsi:type="dcterms:W3CDTF">2026-09-16T17:41:05Z</dcterms:modified>
</cp:coreProperties>
</file>